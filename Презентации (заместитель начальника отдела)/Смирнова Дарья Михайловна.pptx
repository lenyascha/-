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Дарья Михайловна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начальника отдела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начальника отдела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