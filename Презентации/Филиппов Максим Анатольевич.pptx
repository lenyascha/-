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Фо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Федеральная налоговая служб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20040"/>
            <a:ext cx="777240" cy="80924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463040" y="128016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 вакансии экспертного уровня в команде МИУДОЛ</a:t>
            </a:r>
            <a:endParaRPr lang="en-US" sz="2700" dirty="0"/>
          </a:p>
        </p:txBody>
      </p:sp>
      <p:sp>
        <p:nvSpPr>
          <p:cNvPr id="301" name="Candidate frame"/>
          <p:cNvSpPr/>
          <p:nvPr/>
        </p:nvSpPr>
        <p:spPr>
          <a:xfrm>
            <a:off x="1463040" y="667512"/>
            <a:ext cx="3383280" cy="292608"/>
          </a:xfrm>
          <a:prstGeom prst="roundRect">
            <a:avLst>
              <a:gd name="adj" fmla="val 50000"/>
            </a:avLst>
          </a:prstGeom>
          <a:solidFill>
            <a:srgbClr val="1B3C86"/>
          </a:solidFill>
          <a:ln w="19050">
            <a:solidFill>
              <a:srgbClr val="1F9AD6"/>
            </a:solidFill>
            <a:prstDash val="solid"/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ru-RU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Уважаемый Максим Анатольевич</a:t>
            </a:r>
          </a:p>
        </p:txBody>
      </p:sp>
      <p:sp>
        <p:nvSpPr>
          <p:cNvPr id="5" name="Text 1"/>
          <p:cNvSpPr txBox="1"/>
          <p:nvPr/>
        </p:nvSpPr>
        <p:spPr>
          <a:xfrm>
            <a:off x="1463040" y="978408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Станьте частью команды по работе с производным долгом</a:t>
            </a:r>
            <a:endParaRPr lang="en-US" sz="1700" dirty="0"/>
          </a:p>
        </p:txBody>
      </p:sp>
      <p:pic>
        <p:nvPicPr>
          <p:cNvPr id="6" name="Image 2" descr="МИУДОЛ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0" y="301752"/>
            <a:ext cx="474025" cy="585216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411480" y="1417320"/>
            <a:ext cx="3611880" cy="3200400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594360" y="152704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Какие задачи предстоит решать ?</a:t>
            </a:r>
            <a:endParaRPr lang="en-US" sz="1500" dirty="0"/>
          </a:p>
        </p:txBody>
      </p:sp>
      <p:sp>
        <p:nvSpPr>
          <p:cNvPr id="9" name="Shape 4"/>
          <p:cNvSpPr/>
          <p:nvPr/>
        </p:nvSpPr>
        <p:spPr>
          <a:xfrm>
            <a:off x="594360" y="205740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594360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6"/>
          <p:cNvSpPr txBox="1"/>
          <p:nvPr/>
        </p:nvSpPr>
        <p:spPr>
          <a:xfrm>
            <a:off x="1033272" y="19842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Ведение крупнейших должников с целью взыскания производного долга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594360" y="269748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594360" y="2697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1033272" y="26243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 проектах ФНС России по направлению взыскания производного долга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94360" y="333756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94360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1033272" y="32644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во внедрении веб-сервисов для автоматизации взыскания производного долга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94360" y="397764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594360" y="3977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1033272" y="39044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за деятельностью ЦК ВПД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11480" y="4754880"/>
            <a:ext cx="3611880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94360" y="5052060"/>
            <a:ext cx="457200" cy="45720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5170932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234440" y="491032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вопросам обращаться: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1234440" y="512064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Башкирова Екатерина Сергеевна</a:t>
            </a:r>
            <a:endParaRPr lang="en-US" sz="1350" dirty="0"/>
          </a:p>
        </p:txBody>
      </p:sp>
      <p:sp>
        <p:nvSpPr>
          <p:cNvPr id="26" name="Text 20"/>
          <p:cNvSpPr txBox="1"/>
          <p:nvPr/>
        </p:nvSpPr>
        <p:spPr>
          <a:xfrm>
            <a:off x="1234440" y="539496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ВТС: 8 (80) 42-84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4251960" y="1417320"/>
            <a:ext cx="3703320" cy="4389120"/>
          </a:xfrm>
          <a:prstGeom prst="roundRect">
            <a:avLst>
              <a:gd name="adj" fmla="val 395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4434840" y="15270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 карьерный трек в МИУДОЛ</a:t>
            </a:r>
            <a:endParaRPr lang="en-US" sz="1500" dirty="0"/>
          </a:p>
        </p:txBody>
      </p:sp>
      <p:sp>
        <p:nvSpPr>
          <p:cNvPr id="29" name="Shape 23"/>
          <p:cNvSpPr/>
          <p:nvPr/>
        </p:nvSpPr>
        <p:spPr>
          <a:xfrm>
            <a:off x="7406640" y="149961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1738" y="1594714"/>
            <a:ext cx="175565" cy="175565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5326380" y="3291840"/>
            <a:ext cx="1554480" cy="1143000"/>
          </a:xfrm>
          <a:custGeom>
            <a:avLst/>
            <a:gdLst/>
            <a:ahLst/>
            <a:cxnLst/>
            <a:rect l="l" t="t" r="r" b="b"/>
            <a:pathLst>
              <a:path w="1554480" h="1143000">
                <a:moveTo>
                  <a:pt x="312990" y="1107160"/>
                </a:moveTo>
                <a:lnTo>
                  <a:pt x="890231" y="623165"/>
                </a:lnTo>
                <a:lnTo>
                  <a:pt x="523233" y="542884"/>
                </a:lnTo>
                <a:lnTo>
                  <a:pt x="1007976" y="170671"/>
                </a:lnTo>
                <a:lnTo>
                  <a:pt x="958969" y="106849"/>
                </a:lnTo>
                <a:lnTo>
                  <a:pt x="1188720" y="45720"/>
                </a:lnTo>
                <a:lnTo>
                  <a:pt x="1070348" y="251900"/>
                </a:lnTo>
                <a:lnTo>
                  <a:pt x="1021341" y="188078"/>
                </a:lnTo>
                <a:lnTo>
                  <a:pt x="574047" y="531536"/>
                </a:lnTo>
                <a:lnTo>
                  <a:pt x="938569" y="611275"/>
                </a:lnTo>
                <a:lnTo>
                  <a:pt x="327090" y="1123976"/>
                </a:lnTo>
                <a:close/>
              </a:path>
            </a:pathLst>
          </a:custGeom>
          <a:solidFill>
            <a:srgbClr val="1F9AD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4434840" y="443484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B3C86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4599432" y="459943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4599432" y="4599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4599432" y="4965192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Старший государственный налоговый инспектор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5486400" y="219456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F9AD6"/>
          </a:solidFill>
          <a:ln w="9525">
            <a:solidFill>
              <a:srgbClr val="1F9AD6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5650992" y="235915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5650992" y="2359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6053328" y="2304288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Консультант</a:t>
            </a:r>
            <a:endParaRPr lang="en-US" sz="1300" dirty="0"/>
          </a:p>
        </p:txBody>
      </p:sp>
      <p:sp>
        <p:nvSpPr>
          <p:cNvPr id="40" name="Text 33"/>
          <p:cNvSpPr txBox="1"/>
          <p:nvPr/>
        </p:nvSpPr>
        <p:spPr>
          <a:xfrm>
            <a:off x="5650992" y="277977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ЗП от</a:t>
            </a:r>
            <a:endParaRPr lang="en-US" sz="1000" dirty="0"/>
          </a:p>
        </p:txBody>
      </p:sp>
      <p:sp>
        <p:nvSpPr>
          <p:cNvPr id="41" name="Text 34"/>
          <p:cNvSpPr txBox="1"/>
          <p:nvPr/>
        </p:nvSpPr>
        <p:spPr>
          <a:xfrm>
            <a:off x="5650992" y="2898648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110 000 ₽</a:t>
            </a:r>
            <a:endParaRPr lang="en-US" sz="2400" dirty="0"/>
          </a:p>
        </p:txBody>
      </p:sp>
      <p:sp>
        <p:nvSpPr>
          <p:cNvPr id="42" name="Shape 35"/>
          <p:cNvSpPr/>
          <p:nvPr/>
        </p:nvSpPr>
        <p:spPr>
          <a:xfrm>
            <a:off x="8183880" y="1417320"/>
            <a:ext cx="3596335" cy="2487168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366760" y="1527048"/>
            <a:ext cx="32305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</a:t>
            </a:r>
            <a:endParaRPr lang="en-US" sz="1500" dirty="0"/>
          </a:p>
        </p:txBody>
      </p:sp>
      <p:sp>
        <p:nvSpPr>
          <p:cNvPr id="44" name="Shape 37"/>
          <p:cNvSpPr/>
          <p:nvPr/>
        </p:nvSpPr>
        <p:spPr>
          <a:xfrm>
            <a:off x="8366760" y="200253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1858" y="2097634"/>
            <a:ext cx="175565" cy="175565"/>
          </a:xfrm>
          <a:prstGeom prst="rect">
            <a:avLst/>
          </a:prstGeom>
        </p:spPr>
      </p:pic>
      <p:sp>
        <p:nvSpPr>
          <p:cNvPr id="46" name="Text 38"/>
          <p:cNvSpPr txBox="1"/>
          <p:nvPr/>
        </p:nvSpPr>
        <p:spPr>
          <a:xfrm>
            <a:off x="8869680" y="1965960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</a:t>
            </a:r>
            <a:endParaRPr lang="en-US" sz="1200" dirty="0"/>
          </a:p>
        </p:txBody>
      </p:sp>
      <p:sp>
        <p:nvSpPr>
          <p:cNvPr id="47" name="Text 39"/>
          <p:cNvSpPr txBox="1"/>
          <p:nvPr/>
        </p:nvSpPr>
        <p:spPr>
          <a:xfrm>
            <a:off x="8869680" y="2148840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Конкурентный заработок и ежемесячное премирование</a:t>
            </a:r>
            <a:endParaRPr lang="en-US" sz="950" dirty="0"/>
          </a:p>
        </p:txBody>
      </p:sp>
      <p:sp>
        <p:nvSpPr>
          <p:cNvPr id="48" name="Shape 40"/>
          <p:cNvSpPr/>
          <p:nvPr/>
        </p:nvSpPr>
        <p:spPr>
          <a:xfrm>
            <a:off x="8366760" y="2487168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1858" y="2582266"/>
            <a:ext cx="175565" cy="175565"/>
          </a:xfrm>
          <a:prstGeom prst="rect">
            <a:avLst/>
          </a:prstGeom>
        </p:spPr>
      </p:pic>
      <p:sp>
        <p:nvSpPr>
          <p:cNvPr id="50" name="Text 41"/>
          <p:cNvSpPr txBox="1"/>
          <p:nvPr/>
        </p:nvSpPr>
        <p:spPr>
          <a:xfrm>
            <a:off x="8869680" y="2450592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Ресурсный день</a:t>
            </a:r>
            <a:endParaRPr lang="en-US" sz="1200" dirty="0"/>
          </a:p>
        </p:txBody>
      </p:sp>
      <p:sp>
        <p:nvSpPr>
          <p:cNvPr id="51" name="Text 42"/>
          <p:cNvSpPr txBox="1"/>
          <p:nvPr/>
        </p:nvSpPr>
        <p:spPr>
          <a:xfrm>
            <a:off x="8869680" y="2633472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Дополнительный оплачиваемый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выходной 1 раз в квартал</a:t>
            </a:r>
            <a:endParaRPr lang="en-US" sz="950" dirty="0"/>
          </a:p>
        </p:txBody>
      </p:sp>
      <p:sp>
        <p:nvSpPr>
          <p:cNvPr id="52" name="Shape 43"/>
          <p:cNvSpPr/>
          <p:nvPr/>
        </p:nvSpPr>
        <p:spPr>
          <a:xfrm>
            <a:off x="8366760" y="2971800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1858" y="3066898"/>
            <a:ext cx="175565" cy="175565"/>
          </a:xfrm>
          <a:prstGeom prst="rect">
            <a:avLst/>
          </a:prstGeom>
        </p:spPr>
      </p:pic>
      <p:sp>
        <p:nvSpPr>
          <p:cNvPr id="54" name="Text 44"/>
          <p:cNvSpPr txBox="1"/>
          <p:nvPr/>
        </p:nvSpPr>
        <p:spPr>
          <a:xfrm>
            <a:off x="8869680" y="2935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Конфиденциальность отклика</a:t>
            </a:r>
            <a:endParaRPr lang="en-US" sz="1200" dirty="0"/>
          </a:p>
        </p:txBody>
      </p:sp>
      <p:sp>
        <p:nvSpPr>
          <p:cNvPr id="55" name="Text 45"/>
          <p:cNvSpPr txBox="1"/>
          <p:nvPr/>
        </p:nvSpPr>
        <p:spPr>
          <a:xfrm>
            <a:off x="8869680" y="3118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ценим вашу приватность</a:t>
            </a:r>
            <a:endParaRPr lang="en-US" sz="950" dirty="0"/>
          </a:p>
        </p:txBody>
      </p:sp>
      <p:sp>
        <p:nvSpPr>
          <p:cNvPr id="320" name="Section card"/>
          <p:cNvSpPr/>
          <p:nvPr/>
        </p:nvSpPr>
        <p:spPr>
          <a:xfrm>
            <a:off x="8183880" y="4014216"/>
            <a:ext cx="3596335" cy="64008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56" name="Shape 46"/>
          <p:cNvSpPr/>
          <p:nvPr/>
        </p:nvSpPr>
        <p:spPr>
          <a:xfrm>
            <a:off x="8366760" y="415137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61858" y="4246474"/>
            <a:ext cx="175565" cy="175565"/>
          </a:xfrm>
          <a:prstGeom prst="rect">
            <a:avLst/>
          </a:prstGeom>
        </p:spPr>
      </p:pic>
      <p:sp>
        <p:nvSpPr>
          <p:cNvPr id="58" name="Text 47"/>
          <p:cNvSpPr txBox="1"/>
          <p:nvPr/>
        </p:nvSpPr>
        <p:spPr>
          <a:xfrm>
            <a:off x="8869680" y="4078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Профессиональное развитие</a:t>
            </a:r>
            <a:endParaRPr lang="en-US" sz="1200" dirty="0"/>
          </a:p>
        </p:txBody>
      </p:sp>
      <p:sp>
        <p:nvSpPr>
          <p:cNvPr id="59" name="Text 48"/>
          <p:cNvSpPr txBox="1"/>
          <p:nvPr/>
        </p:nvSpPr>
        <p:spPr>
          <a:xfrm>
            <a:off x="8869680" y="4261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с интересными кейсами и участие в передовых проектах ФНС России</a:t>
            </a:r>
            <a:endParaRPr lang="en-US" sz="950" dirty="0"/>
          </a:p>
        </p:txBody>
      </p:sp>
      <p:sp>
        <p:nvSpPr>
          <p:cNvPr id="60" name="Shape 49"/>
          <p:cNvSpPr/>
          <p:nvPr/>
        </p:nvSpPr>
        <p:spPr>
          <a:xfrm>
            <a:off x="8366760" y="3438144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61858" y="3533242"/>
            <a:ext cx="175565" cy="175565"/>
          </a:xfrm>
          <a:prstGeom prst="rect">
            <a:avLst/>
          </a:prstGeom>
        </p:spPr>
      </p:pic>
      <p:sp>
        <p:nvSpPr>
          <p:cNvPr id="62" name="Text 50"/>
          <p:cNvSpPr txBox="1"/>
          <p:nvPr/>
        </p:nvSpPr>
        <p:spPr>
          <a:xfrm>
            <a:off x="8869680" y="3401568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Корпоративная культура</a:t>
            </a:r>
            <a:endParaRPr lang="en-US" sz="1200" dirty="0"/>
          </a:p>
        </p:txBody>
      </p:sp>
      <p:sp>
        <p:nvSpPr>
          <p:cNvPr id="63" name="Text 51"/>
          <p:cNvSpPr txBox="1"/>
          <p:nvPr/>
        </p:nvSpPr>
        <p:spPr>
          <a:xfrm>
            <a:off x="8869680" y="3584448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Уважение к экспертности, совместные активности</a:t>
            </a:r>
            <a:endParaRPr lang="en-US" sz="950" dirty="0"/>
          </a:p>
        </p:txBody>
      </p:sp>
      <p:sp>
        <p:nvSpPr>
          <p:cNvPr id="64" name="Shape 52"/>
          <p:cNvSpPr/>
          <p:nvPr/>
        </p:nvSpPr>
        <p:spPr>
          <a:xfrm>
            <a:off x="8183880" y="4754880"/>
            <a:ext cx="3596335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65" name="Shape 53"/>
          <p:cNvSpPr/>
          <p:nvPr/>
        </p:nvSpPr>
        <p:spPr>
          <a:xfrm>
            <a:off x="8366760" y="4882896"/>
            <a:ext cx="411480" cy="41148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73745" y="4989881"/>
            <a:ext cx="197510" cy="197510"/>
          </a:xfrm>
          <a:prstGeom prst="rect">
            <a:avLst/>
          </a:prstGeom>
        </p:spPr>
      </p:pic>
      <p:sp>
        <p:nvSpPr>
          <p:cNvPr id="67" name="Text 54"/>
          <p:cNvSpPr txBox="1"/>
          <p:nvPr/>
        </p:nvSpPr>
        <p:spPr>
          <a:xfrm>
            <a:off x="8915400" y="4846320"/>
            <a:ext cx="2727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Удобное расположение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центре столицы</a:t>
            </a:r>
            <a:endParaRPr lang="en-US" sz="1200" dirty="0"/>
          </a:p>
        </p:txBody>
      </p:sp>
      <p:sp>
        <p:nvSpPr>
          <p:cNvPr id="68" name="Text 55"/>
          <p:cNvSpPr txBox="1"/>
          <p:nvPr/>
        </p:nvSpPr>
        <p:spPr>
          <a:xfrm>
            <a:off x="8915400" y="5257800"/>
            <a:ext cx="2727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(современный офис в центре Москвы класса 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 мин. пешком от м. Новослободская, Долгоруковская 36с1)</a:t>
            </a:r>
            <a:endParaRPr lang="en-US" sz="950" dirty="0"/>
          </a:p>
        </p:txBody>
      </p:sp>
      <p:pic>
        <p:nvPicPr>
          <p:cNvPr id="6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1480" y="5943600"/>
            <a:ext cx="11368735" cy="594360"/>
          </a:xfrm>
          <a:prstGeom prst="rect">
            <a:avLst/>
          </a:prstGeom>
        </p:spPr>
      </p:pic>
      <p:sp>
        <p:nvSpPr>
          <p:cNvPr id="70" name="Shape 56"/>
          <p:cNvSpPr/>
          <p:nvPr/>
        </p:nvSpPr>
        <p:spPr>
          <a:xfrm>
            <a:off x="4242816" y="6025896"/>
            <a:ext cx="429768" cy="429768"/>
          </a:xfrm>
          <a:prstGeom prst="ellipse">
            <a:avLst/>
          </a:prstGeom>
          <a:solidFill>
            <a:srgbClr val="0A1B45"/>
          </a:solidFill>
          <a:ln w="9525">
            <a:solidFill>
              <a:srgbClr val="0A1B45"/>
            </a:solidFill>
            <a:prstDash val="solid"/>
          </a:ln>
        </p:spPr>
      </p:sp>
      <p:pic>
        <p:nvPicPr>
          <p:cNvPr id="71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43400" y="6126480"/>
            <a:ext cx="228600" cy="228600"/>
          </a:xfrm>
          <a:prstGeom prst="rect">
            <a:avLst/>
          </a:prstGeom>
        </p:spPr>
      </p:pic>
      <p:sp>
        <p:nvSpPr>
          <p:cNvPr id="72" name="Text 57"/>
          <p:cNvSpPr txBox="1"/>
          <p:nvPr/>
        </p:nvSpPr>
        <p:spPr>
          <a:xfrm>
            <a:off x="4882896" y="59436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Компенсация за жилье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Вакансии МИУДОЛ — контрольный долг</dc:title>
  <dc:subject>PptxGenJS Presentation</dc:subject>
  <dc:creator>PptxGenJS</dc:creator>
  <cp:lastModifiedBy>PptxGenJS</cp:lastModifiedBy>
  <cp:revision>1</cp:revision>
  <dcterms:created xsi:type="dcterms:W3CDTF">2026-10-01T14:09:42Z</dcterms:created>
  <dcterms:modified xsi:type="dcterms:W3CDTF">2026-10-01T14:09:42Z</dcterms:modified>
</cp:coreProperties>
</file>