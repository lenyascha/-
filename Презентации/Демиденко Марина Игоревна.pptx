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Марина Игоревна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Старший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